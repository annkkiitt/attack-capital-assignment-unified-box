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72" r:id="rId6"/>
    <p:sldId id="261" r:id="rId7"/>
    <p:sldId id="271" r:id="rId8"/>
  </p:sldIdLst>
  <p:sldSz cx="18288000" cy="10287000"/>
  <p:notesSz cx="6858000" cy="9144000"/>
  <p:embeddedFontLst>
    <p:embeddedFont>
      <p:font typeface="Poppins" panose="00000500000000000000" pitchFamily="2" charset="0"/>
      <p:regular r:id="rId10"/>
      <p:bold r:id="rId11"/>
      <p:boldItalic r:id="rId12"/>
    </p:embeddedFont>
    <p:embeddedFont>
      <p:font typeface="Poppins Light" panose="000004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749B5-EE69-4445-88D8-78C350D4E47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71E95-189A-4261-94A0-A74316E6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2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71E95-189A-4261-94A0-A74316E6223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7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3661" y="122724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20</a:t>
            </a:r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863213" y="1963858"/>
            <a:ext cx="17011647" cy="3126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99"/>
              </a:lnSpc>
            </a:pPr>
            <a:r>
              <a:rPr lang="en-IN" sz="7700" b="1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Unified Inbox Platform</a:t>
            </a:r>
            <a:br>
              <a:rPr lang="en-IN" sz="7700" b="1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7700" b="1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-Attack Capital</a:t>
            </a:r>
            <a:endParaRPr lang="en-US" sz="7700" b="1" spc="-253" dirty="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92000" y="8708799"/>
            <a:ext cx="4936321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ankit2001rawat</a:t>
            </a:r>
            <a:r>
              <a:rPr lang="en-US" sz="24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@gmail.com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CB998AD-28AF-3AA0-453E-7743DC297519}"/>
              </a:ext>
            </a:extLst>
          </p:cNvPr>
          <p:cNvSpPr txBox="1"/>
          <p:nvPr/>
        </p:nvSpPr>
        <p:spPr>
          <a:xfrm>
            <a:off x="12191999" y="8186309"/>
            <a:ext cx="4936321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ANKIT RAWAT</a:t>
            </a:r>
            <a:endParaRPr lang="en-US" sz="24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750" y="1952625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AGENDA</a:t>
            </a:r>
          </a:p>
        </p:txBody>
      </p:sp>
      <p:sp>
        <p:nvSpPr>
          <p:cNvPr id="3" name="Freeform 3"/>
          <p:cNvSpPr/>
          <p:nvPr/>
        </p:nvSpPr>
        <p:spPr>
          <a:xfrm>
            <a:off x="-990600" y="2866444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571750" y="4057069"/>
            <a:ext cx="750094" cy="422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21844" y="4141511"/>
            <a:ext cx="4145756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800" b="1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1750" y="5230802"/>
            <a:ext cx="485705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71750" y="6404535"/>
            <a:ext cx="491012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71750" y="7578268"/>
            <a:ext cx="502444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id="20" name="AutoShape 20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" name="AutoShape 22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AutoShape 26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" name="AutoShape 28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3CEBFF31-EFB0-44DC-538B-3F86A5338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Why this POC is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Overview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High-level idea.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 (3-Tier Architecture)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Flow &amp;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 &amp; Next Steps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Why it matters and what’s next.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8DBD1F52-4954-A45A-9EB2-83C9ED245259}"/>
              </a:ext>
            </a:extLst>
          </p:cNvPr>
          <p:cNvSpPr txBox="1"/>
          <p:nvPr/>
        </p:nvSpPr>
        <p:spPr>
          <a:xfrm>
            <a:off x="3321844" y="5327035"/>
            <a:ext cx="4145756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800" b="1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 Level Architecture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D29C72FB-33BB-5B4F-76AC-F3EED8961A14}"/>
              </a:ext>
            </a:extLst>
          </p:cNvPr>
          <p:cNvSpPr txBox="1"/>
          <p:nvPr/>
        </p:nvSpPr>
        <p:spPr>
          <a:xfrm>
            <a:off x="3307096" y="6522160"/>
            <a:ext cx="4145756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800" b="1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Further improvement</a:t>
            </a: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7862DE24-C2DA-DD43-0556-737E914590EC}"/>
              </a:ext>
            </a:extLst>
          </p:cNvPr>
          <p:cNvSpPr txBox="1"/>
          <p:nvPr/>
        </p:nvSpPr>
        <p:spPr>
          <a:xfrm>
            <a:off x="3321844" y="7706953"/>
            <a:ext cx="4145756" cy="27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800" b="1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0735"/>
            <a:ext cx="18637071" cy="7617502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571750" y="1952625"/>
            <a:ext cx="90106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 OVERVIEW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492E17-AC60-064F-7BF3-6FC8836836A6}"/>
              </a:ext>
            </a:extLst>
          </p:cNvPr>
          <p:cNvSpPr txBox="1"/>
          <p:nvPr/>
        </p:nvSpPr>
        <p:spPr>
          <a:xfrm>
            <a:off x="2362200" y="3883844"/>
            <a:ext cx="1283326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sz="4400" b="1" dirty="0">
                <a:solidFill>
                  <a:schemeClr val="bg1">
                    <a:lumMod val="85000"/>
                  </a:schemeClr>
                </a:solidFill>
              </a:rPr>
              <a:t>Build a unified communication platform</a:t>
            </a:r>
            <a:r>
              <a:rPr lang="en-IN" sz="4400" dirty="0">
                <a:solidFill>
                  <a:schemeClr val="bg1">
                    <a:lumMod val="85000"/>
                  </a:schemeClr>
                </a:solidFill>
              </a:rPr>
              <a:t> using Next.js that aggregates messages from SMS (Twilio), WhatsApp (Twilio API),(optional email, and social media (e.g., Twitter/X, Facebook Messenger)) into a single inbox.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-227368"/>
            <a:ext cx="15468600" cy="5732573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2667000" y="1147922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560506" y="389919"/>
            <a:ext cx="10011571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 LEVEL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D3C98-74AA-AB01-2DEC-0DB24C699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48773"/>
            <a:ext cx="5671370" cy="6912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51DE45-7B81-C878-52EC-21AE2DE46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429"/>
          <a:stretch>
            <a:fillRect/>
          </a:stretch>
        </p:blipFill>
        <p:spPr>
          <a:xfrm>
            <a:off x="10298675" y="2048773"/>
            <a:ext cx="5671370" cy="6912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31064-2F4A-8E84-457D-D3B4D173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488539-4144-A31A-8BBA-D6F34E8C0B9C}"/>
              </a:ext>
            </a:extLst>
          </p:cNvPr>
          <p:cNvSpPr/>
          <p:nvPr/>
        </p:nvSpPr>
        <p:spPr>
          <a:xfrm>
            <a:off x="533400" y="-227368"/>
            <a:ext cx="15468600" cy="5732573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E94B54-1B24-69EF-A8B8-C74A350A96B2}"/>
              </a:ext>
            </a:extLst>
          </p:cNvPr>
          <p:cNvSpPr/>
          <p:nvPr/>
        </p:nvSpPr>
        <p:spPr>
          <a:xfrm>
            <a:off x="2667000" y="1147922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9314ADD-88C5-4F7B-0E27-430B9F9C2F20}"/>
              </a:ext>
            </a:extLst>
          </p:cNvPr>
          <p:cNvSpPr txBox="1"/>
          <p:nvPr/>
        </p:nvSpPr>
        <p:spPr>
          <a:xfrm>
            <a:off x="2560506" y="389919"/>
            <a:ext cx="10011571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FURTHER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51A07-75A0-CCF2-CC83-2FEC39E6C1BA}"/>
              </a:ext>
            </a:extLst>
          </p:cNvPr>
          <p:cNvSpPr txBox="1"/>
          <p:nvPr/>
        </p:nvSpPr>
        <p:spPr>
          <a:xfrm>
            <a:off x="1676400" y="2572620"/>
            <a:ext cx="13182600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Real time engagement with </a:t>
            </a:r>
            <a:r>
              <a:rPr lang="en-US" sz="3200" b="1" dirty="0" err="1">
                <a:solidFill>
                  <a:schemeClr val="bg1">
                    <a:lumMod val="85000"/>
                  </a:schemeClr>
                </a:solidFill>
              </a:rPr>
              <a:t>Websocket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Incorporate analytics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: Track engagement metrics like open rates, response times, and conversion funnels in a dashboard.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Schedule Automations (CRON Jobs) and attach file (store in AWS S3 Bucket)</a:t>
            </a:r>
            <a:endParaRPr lang="en-IN" sz="3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74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4516" y="2422454"/>
            <a:ext cx="19507200" cy="7627164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https://main.d3obozl55frgfu.amplifyapp.com/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30990" y="4700878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dirty="0">
                <a:solidFill>
                  <a:schemeClr val="accent5">
                    <a:lumMod val="40000"/>
                    <a:lumOff val="60000"/>
                  </a:schemeClr>
                </a:solidFill>
                <a:latin typeface="Poppins Light"/>
                <a:ea typeface="Poppins Light"/>
                <a:cs typeface="Poppins Light"/>
                <a:sym typeface="Poppins Light"/>
              </a:rPr>
              <a:t>DEMO TIME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A26D6C0-F988-04C7-8070-721B9A3D4BDF}"/>
              </a:ext>
            </a:extLst>
          </p:cNvPr>
          <p:cNvSpPr txBox="1"/>
          <p:nvPr/>
        </p:nvSpPr>
        <p:spPr>
          <a:xfrm>
            <a:off x="381000" y="6591300"/>
            <a:ext cx="176784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" name="Graphic 6" descr="Web design with solid fill">
            <a:extLst>
              <a:ext uri="{FF2B5EF4-FFF2-40B4-BE49-F238E27FC236}">
                <a16:creationId xmlns:a16="http://schemas.microsoft.com/office/drawing/2014/main" id="{65A75074-BB8E-8ACF-7CD3-282E64FF3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4361955"/>
            <a:ext cx="1295400" cy="1295400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AB37584F-7B9D-880D-C873-E68AF57668B7}"/>
              </a:ext>
            </a:extLst>
          </p:cNvPr>
          <p:cNvSpPr txBox="1"/>
          <p:nvPr/>
        </p:nvSpPr>
        <p:spPr>
          <a:xfrm>
            <a:off x="5626074" y="6374513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endParaRPr lang="en-US" sz="5600" dirty="0">
              <a:solidFill>
                <a:schemeClr val="accent5">
                  <a:lumMod val="40000"/>
                  <a:lumOff val="60000"/>
                </a:schemeClr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1750" y="1905000"/>
            <a:ext cx="13144500" cy="5573268"/>
          </a:xfrm>
          <a:custGeom>
            <a:avLst/>
            <a:gdLst/>
            <a:ahLst/>
            <a:cxnLst/>
            <a:rect l="l" t="t" r="r" b="b"/>
            <a:pathLst>
              <a:path w="13144500" h="5573268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571750" y="2607999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046714" y="7584439"/>
            <a:ext cx="880027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54310" y="7572692"/>
            <a:ext cx="133097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54310" y="7990205"/>
            <a:ext cx="3404890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https://ankitrawat.cloud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9BE375D9-2861-A81B-7F5D-94B47B0CAD30}"/>
              </a:ext>
            </a:extLst>
          </p:cNvPr>
          <p:cNvSpPr txBox="1"/>
          <p:nvPr/>
        </p:nvSpPr>
        <p:spPr>
          <a:xfrm>
            <a:off x="7046714" y="8178750"/>
            <a:ext cx="491668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https://ankit2001rawat@gmail.com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189</Words>
  <Application>Microsoft Office PowerPoint</Application>
  <PresentationFormat>Custom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</vt:lpstr>
      <vt:lpstr>Arial</vt:lpstr>
      <vt:lpstr>Poppins Light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Gradient Modern Professional Presentation</dc:title>
  <cp:lastModifiedBy>Ankit Rawat</cp:lastModifiedBy>
  <cp:revision>3</cp:revision>
  <dcterms:created xsi:type="dcterms:W3CDTF">2006-08-16T00:00:00Z</dcterms:created>
  <dcterms:modified xsi:type="dcterms:W3CDTF">2025-11-02T15:56:14Z</dcterms:modified>
  <dc:identifier>DAGuKNBjcvs</dc:identifier>
</cp:coreProperties>
</file>